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37160" cy="29260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F8FAFC"/>
                </a:solidFill>
              </a:defRPr>
            </a:pPr>
            <a:r>
              <a:t>CSE PathFinder</a:t>
            </a:r>
          </a:p>
          <a:p>
            <a:pPr>
              <a:spcAft>
                <a:spcPts val="2000"/>
              </a:spcAft>
              <a:defRPr sz="2400" b="1">
                <a:solidFill>
                  <a:srgbClr val="3B82F6"/>
                </a:solidFill>
              </a:defRPr>
            </a:pPr>
            <a:r>
              <a:t>Intelligent Career Trajectory &amp; 8-Semester Guidance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Multi-Track Diagnostic Quiz  •  Dynamic Inclination Radar  •  Java 21 Backend  •  Supabase Cloud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Industry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Domain Paralysis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CSE students are overwhelmed by vast domain options (AI, Web, Cyber, Cloud, IoT, Robotics, VLSI, Networking).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Lack of early domain clarity leads to fragmented learning and weak project portfolios.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Generic Roadmaps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Traditional advice provides static, one-size-fits-all roadmaps without considering student strengths.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Students lack semester-by-semester structured skill targets and practical mini-projects.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Progress Tracking Gap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No unified system to track progress across 8 semesters alongside diagnostic assessment history.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Need for a robust 24/7 web platform with cloud persistence and local fallback.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CSE PathFinder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🎯 Multi-Track Diagnostic Engine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Custom 5-stage quiz runner evaluating General, Software, and Hardware inclinations.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Generates normalized affinity scores across 9 specialized Computer Science domains.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Calculates cross-domain affinity correlation matrix for accurate trajectory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🗺️ 8-Semester Roadmap &amp; Tracker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Tailored 8-semester curriculum for every CSE domain with mini-projects &amp; capstone prep.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Interactive subtopic checklist with instant progress persistence.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Personalized notes &amp; external resource link logger for each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Frontend Layer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React 19 &amp; Vite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Tailwind CSS Dark Theme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Lucide-React Icons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Chart.js &amp; React-ChartJS-2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React Router SPA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Java 21 Backend Server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OpenJDK 21 LTS Engine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com.sun.net.httpserver API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Native SHA-256 Hashing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Multi-Threaded Cached Pool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CORS Allowed Origin Headers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Database &amp; Cloud Layer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SQLite JDBC (database.db)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Supabase Cloud PostgreSQL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apiService Dual DB Layer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LocalStorage Local Fallback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Vercel Serverless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User Workflow &amp; Core Platform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1. Student Registration &amp; Auth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Secure registration with SHA-256 hashed passwords.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Captures name, college, year, and branch profile info.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2. Interactive Quiz Runner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5-stage stepper with progress indicators.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Supports 7 multi-choice options A through 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3. Inclination Analytics &amp; Radar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Visualizes top recommended domain match percentage.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Renders Chart.js radar chart comparing domain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4. Semester Roadmap &amp; Persistence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8-semester curriculum breakdown with subtopic lists.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Saves status (Not Started/In Progress/Completed) &amp;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Java 21 REST API Endpoint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Authentication &amp; User APIs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GET /api/health — Health check &amp; server status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POST /api/register — Inserts new student record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POST /api/login — Validates credentials &amp; returns student JSON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Quiz &amp; Progress APIs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POST /api/submit-result — Stores quiz result &amp; JSON scores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GET /api/results/{email} — Retrieves user result history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POST /api/progress — Updates semester status &amp; notes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GET /api/progress/{email} — Returns progress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Testing, Verification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Localhost Verification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Automated browser subagent verified registration &amp; login on http://localhost:5175.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Java REST API server verified with 100% success rate (200 OK across all 7 endpoints).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Vite production build verified in 2.50s with 0 compilation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Zero Downtime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Dual Database Service (apiService.js) ensures app works 100% locally even without internet.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Vercel + Supabase Cloud PostgreSQL readiness for 24/7 online deployment.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Single 1-click startup script (start_project.bat) launches Java backend &amp; React frontend.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Future Scope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AI Mentor Integration (LLM-based personalized career advice chatbot).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Real-time Job Market Skill Alignment (scraping tech stack demands).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Peer Mentorship &amp; GitHub Portfolio Review 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F8FAFC"/>
                </a:solidFill>
              </a:defRPr>
            </a:pPr>
            <a:r>
              <a:t>Conclusion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CSE PathFinder bridges the gap between academic learning and industry readiness.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Empowers CSE students with personalized domain diagnosis and actionable 8-semester roadmaps.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Robust full-stack Java 21 + React 19 architecture ready for local &amp;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